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E3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SCRATCH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the Agentic AI Stack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ground-up guide to MCP, and how it connects to RAG, LangGraph agents, FastAPI services, and applied ML — the five hands-on projects in this learning track.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502920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502920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6352" y="5166360"/>
            <a:ext cx="0" cy="914400"/>
          </a:xfrm>
          <a:prstGeom prst="line">
            <a:avLst/>
          </a:prstGeom>
          <a:noFill/>
          <a:ln w="12700">
            <a:solidFill>
              <a:srgbClr val="4A55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92624" y="502920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92624" y="5166360"/>
            <a:ext cx="0" cy="914400"/>
          </a:xfrm>
          <a:prstGeom prst="line">
            <a:avLst/>
          </a:prstGeom>
          <a:noFill/>
          <a:ln w="12700">
            <a:solidFill>
              <a:srgbClr val="4A55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68896" y="502920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68896" y="5166360"/>
            <a:ext cx="0" cy="914400"/>
          </a:xfrm>
          <a:prstGeom prst="line">
            <a:avLst/>
          </a:prstGeom>
          <a:noFill/>
          <a:ln w="12700">
            <a:solidFill>
              <a:srgbClr val="4A55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45168" y="502920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45168" y="5166360"/>
            <a:ext cx="0" cy="914400"/>
          </a:xfrm>
          <a:prstGeom prst="line">
            <a:avLst/>
          </a:prstGeom>
          <a:noFill/>
          <a:ln w="12700">
            <a:solidFill>
              <a:srgbClr val="4A55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are brilliant talkers, but blind to your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tools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use what's in the conversation, plus knowledge frozen at training time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check today's data, your files, or a live system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invents its own private way to bolt tools 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don't transfer between apps or vendors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MCP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shared, open standard for connecting AI apps to tools &amp; data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 can talk to any MCP server — no custom glue code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describe their own tools; clients discover them at runtime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tool once, reuse it across every MCP-compatible assistant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is a USB-C port for AI applications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USB-C: every device needed its own charger and cable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USB-C: one connector shape, many devices — plug in and it just works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MCP: every AI app wired up tools its own bespoke way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one protocol — any client can plug into any server's tools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846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</a:t>
            </a:r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open standard (from Anthropic) for connecting LLM apps to external tools, data, and systems.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2286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3108960"/>
            <a:ext cx="1828800" cy="548640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366760" y="3108960"/>
            <a:ext cx="594360" cy="548640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01200" y="3108960"/>
            <a:ext cx="-640080" cy="548640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835640" y="3108960"/>
            <a:ext cx="-1874520" cy="548640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583680" y="36118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36118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18120" y="36118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18120" y="36118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Assistant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36118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2560" y="36118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149840" y="36118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0" y="36118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Client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663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apps, same port — one protocol, many clients.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characters in every MCP conversation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tools, resources, and prompts. Describes what it offers — never decides when to use them.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30632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29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server.py — exposes search_notes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346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go-between. Discovers tools from the server, and relays requests and results to the LLM.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4892040"/>
            <a:ext cx="30632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5029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client.py — manages the session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(Host app)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8346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the user needs and when a tool should be called — never touches the server directly.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03920" y="4892040"/>
            <a:ext cx="30632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5029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Claude, via the Anthropic API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the LLM never calls the server directly — every request passes through the client.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ACTUALLY FLOWS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your question to a tool-grounded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2821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a question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" y="2167128"/>
            <a:ext cx="0" cy="576072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7977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 server: "what tools do you have?"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" y="3218688"/>
            <a:ext cx="0" cy="576072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83133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hands the tool list + your question to the LLM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0664" y="4270248"/>
            <a:ext cx="0" cy="576072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8289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to call a tool, and replies with a structured request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72821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forwards that request to the server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92824" y="2167128"/>
            <a:ext cx="0" cy="576072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77977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the tool and returns a result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92824" y="3218688"/>
            <a:ext cx="0" cy="576072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0" y="3886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83133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the result back to the LLM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92824" y="4270248"/>
            <a:ext cx="0" cy="576072"/>
          </a:xfrm>
          <a:prstGeom prst="line">
            <a:avLst/>
          </a:prstGeom>
          <a:noFill/>
          <a:ln w="19050">
            <a:solidFill>
              <a:srgbClr val="9AA6C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400800" y="4937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882896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final, grounded answer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SERVER CAN EXPOSE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defines three kinds of building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actions the LLM can invoke — e.g. search_notes(query), send_email(to, body). This demo uses these.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Model-controlled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060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 the client can attach as context — e.g. a file's contents, a database record.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48463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Application-controlled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0392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6060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pre-written prompt templates the server offers, so users can trigger common workflows.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8463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messages actually travel: transports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spawns the server as a subprocess; they talk over stdin/stdout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tools, quick demos, CLI integrations (used in this project)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+ 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runs remotely; client connects over HTTP with a streaming event 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Remote/shared servers, multi-user production deployments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828800"/>
            <a:ext cx="4937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runs on stdio — the simplest option, with no networking or authentication to manage. Swapping in HTTP/SSE later is a natural next step once you want a remote or shared server.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DIFFERS FROM WHAT YOU MAY ALREADY KNOW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vs. plain LLM function-calling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tools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Hardcoded in your app's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independently, in any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hand the LLM a fixed schema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discovers tools at 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across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Rewire manually for each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MCP client can reuse any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standardized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&amp; Prompts are first-class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828800"/>
            <a:ext cx="1106424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30175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828800"/>
            <a:ext cx="4023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only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1828800"/>
            <a:ext cx="4023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built: the MCP Server-Client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92240" cy="4114800"/>
          </a:xfrm>
          <a:prstGeom prst="roundRect">
            <a:avLst>
              <a:gd name="adj" fmla="val 222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35661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80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(stdio)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37360" y="3337560"/>
            <a:ext cx="0" cy="22860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51760" y="3909060"/>
            <a:ext cx="457200" cy="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737360" y="4251960"/>
            <a:ext cx="0" cy="22860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22960" y="5349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exposed: search_notes(query), get_note_by_id(id)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8952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files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560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— FastMCP server, 2 tools, stdio transport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client.py — discovers tools, runs the Claude tool-use loop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setup, run instructions, design notes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docs/EXPLAINED.md — plain-language walkthrough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5 projects connect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MCP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way to expose &amp; call tools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RAG Pipeline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answers in your own documents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1540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LangGraph Agent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multi-step reasoning &amp; tool use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39319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4114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FastAPI Service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617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RAG/agents behind a real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0" y="39319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4114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Applied ML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4617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— a different, complementary skillset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77640" y="2697480"/>
            <a:ext cx="640080" cy="0"/>
          </a:xfrm>
          <a:prstGeom prst="line">
            <a:avLst/>
          </a:prstGeom>
          <a:noFill/>
          <a:ln w="25400">
            <a:solidFill>
              <a:srgbClr val="5A66A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46720" y="2697480"/>
            <a:ext cx="640080" cy="0"/>
          </a:xfrm>
          <a:prstGeom prst="line">
            <a:avLst/>
          </a:prstGeom>
          <a:noFill/>
          <a:ln w="25400">
            <a:solidFill>
              <a:srgbClr val="5A66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3566160"/>
            <a:ext cx="0" cy="365760"/>
          </a:xfrm>
          <a:prstGeom prst="line">
            <a:avLst/>
          </a:prstGeom>
          <a:noFill/>
          <a:ln w="25400">
            <a:solidFill>
              <a:srgbClr val="5A66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46720" y="4800600"/>
            <a:ext cx="640080" cy="0"/>
          </a:xfrm>
          <a:prstGeom prst="line">
            <a:avLst/>
          </a:prstGeom>
          <a:noFill/>
          <a:ln w="25400">
            <a:solidFill>
              <a:srgbClr val="5A66A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4864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and a LangGraph agent are two things that can be exposed as MCP tools — and both can be shipped behind a FastAPI service.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 — PROJECT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Retrieval-Augmented Generation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5316" y="2103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85316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 overlapping passages the model can digest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3657600"/>
            <a:ext cx="137160" cy="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0632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7308" y="2103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07308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62072" y="26974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31546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chunk into a numeric vector capturing its meaning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55464" y="3657600"/>
            <a:ext cx="137160" cy="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92624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9300" y="2103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293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84064" y="26974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129784" y="31546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vectors in a vector database (FAISS / Chroma) for fast lookup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77456" y="3657600"/>
            <a:ext cx="137160" cy="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14616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1292" y="2103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51292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06056" y="26974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51776" y="31546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top-k chunks most similar to the user's question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99448" y="3657600"/>
            <a:ext cx="137160" cy="0"/>
          </a:xfrm>
          <a:prstGeom prst="line">
            <a:avLst/>
          </a:prstGeom>
          <a:noFill/>
          <a:ln w="19050">
            <a:solidFill>
              <a:srgbClr val="9AA6C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36608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3284" y="2103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73284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528048" y="26974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573768" y="31546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retrieved chunks + question to the LLM for a grounded answer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 to MCP: a RAG pipeline can be wrapped as a single MCP tool — e.g. answer_from_docs(question) — so any MCP client can query your documents.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 — PROJECT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/ LangGraph: multi-step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call is one-shot: question in, answer out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plan, take an action, observe the result, and decide the next step — in a loop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models this as a state graph: nodes are steps, edges define what happens next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can branch, retry, or loop based on the LLM's own decisions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state graph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26517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5661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35661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(tool)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480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4480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3291840"/>
            <a:ext cx="0" cy="27432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3886200"/>
            <a:ext cx="27432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4206240"/>
            <a:ext cx="0" cy="27432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400800" y="5257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"Reason" until the agent decides it's done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 — PROJECT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FastAPI: wrapping your pipeline as a real service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your RAG pipeline / agent only runs from a script — FastAPI turns it into a callable web service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request and response models (Pydantic) so inputs/outputs are validated automatically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 might accept a question and return an answer plus its sources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how an MCP server itself could be exposed remotely — behind an HTTP+SSE transport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468880"/>
            <a:ext cx="493776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"question": "What is MCP?" }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"answer": "...", "sources": [...] }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5262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validate both shapes automatically, and generate interactive docs at /docs for free.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 — PROJECT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ML on Kaggle: the classical toolkit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skillset from the other 4 projects — no LLMs here, just structured data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Logistic Regression, Decision Tree, Random Forest, and XGBoost on a Kaggle dataset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precision, recall, F1, and a confusion matrix — not just raw accuracy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on Kaggle, once on Google Colab, to get comfortable with both environments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82880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vs. Recall, in one line each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6517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I flagged as positive, how much was actually right?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</a:t>
            </a:r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that was actually positive, how much did I catch?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0" y="4206240"/>
            <a:ext cx="47548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4389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here: strong ML fundamentals make you a better judge of when an LLM/agent pipeline is actually the right tool — versus a simpler classical model.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learning roadmap through all 5 projects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4F7FE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828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288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Server-Client Demo — protocol fundamentals, tool schemas, stdio transport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2670048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6700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67004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chunking, embeddings, FAISS/Chroma retrieval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3511296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4F7FE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3511296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511296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— state graphs, multi-step tool-using reasoning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88720" y="4352544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352544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4352544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— wrap RAG/agent behind request/response models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5193792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4F7FE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71600" y="519379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519379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on Kaggle — classical models, precision/recall, Colab + Kaggle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— key terms in one line each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8288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for connecting AI clients to tool/data servers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606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tools, resources, and prompts; describes what it offers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383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 server's tools and relays requests/results to the LLM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41605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callable, named capability with a defined input/output schema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37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49377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process-to-process communication over stdin/stdout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18288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vector representing the meaning of a piece of text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606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optimized for finding similar embeddings (FAISS, Chroma)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383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383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system that plans, acts, and observes in a loop, not one-shot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160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1605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LangGraph's model of an agent as nodes (steps) and edges (transitions)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937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9377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schema FastAPI uses to validate requests and responses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2730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next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MCP documentation and spec (modelcontextprotocol.io)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Claude API docs — tool use / function calling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documentation — state graph concepts and examples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FastAPI's official tutorial — request/response models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Kaggle "Getting Started" competition for classical ML practice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demo end-to-end and capture a real request/response trace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error handling: what happens when a tool call fails?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server and see the client handle multiple sources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move to Project 2 (RAG) — you'll reuse this MCP client shape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the Agentic AI Stack — Learning Deck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2026-09-09T11:15:38Z</dcterms:created>
  <dcterms:modified xsi:type="dcterms:W3CDTF">2026-09-09T11:15:38Z</dcterms:modified>
</cp:coreProperties>
</file>